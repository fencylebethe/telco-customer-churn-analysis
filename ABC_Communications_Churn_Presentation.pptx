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6466ED-0110-478E-B5EC-C2C440F40E42}" v="2" dt="2026-08-07T21:27:48.9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ncyy face ele" userId="69614ccc63f013a2" providerId="LiveId" clId="{FCC11207-AE90-4BB9-B77A-5ADC481B2773}"/>
    <pc:docChg chg="undo custSel addSld modSld">
      <pc:chgData name="fencyy face ele" userId="69614ccc63f013a2" providerId="LiveId" clId="{FCC11207-AE90-4BB9-B77A-5ADC481B2773}" dt="2026-08-07T21:29:46.766" v="1680" actId="114"/>
      <pc:docMkLst>
        <pc:docMk/>
      </pc:docMkLst>
      <pc:sldChg chg="modSp mod">
        <pc:chgData name="fencyy face ele" userId="69614ccc63f013a2" providerId="LiveId" clId="{FCC11207-AE90-4BB9-B77A-5ADC481B2773}" dt="2026-08-07T20:40:49.790" v="158" actId="20577"/>
        <pc:sldMkLst>
          <pc:docMk/>
          <pc:sldMk cId="366862975" sldId="256"/>
        </pc:sldMkLst>
        <pc:spChg chg="mod">
          <ac:chgData name="fencyy face ele" userId="69614ccc63f013a2" providerId="LiveId" clId="{FCC11207-AE90-4BB9-B77A-5ADC481B2773}" dt="2026-08-07T20:39:38.228" v="50" actId="2711"/>
          <ac:spMkLst>
            <pc:docMk/>
            <pc:sldMk cId="366862975" sldId="256"/>
            <ac:spMk id="2" creationId="{155E1CDB-1E37-DC03-2167-27C281418113}"/>
          </ac:spMkLst>
        </pc:spChg>
        <pc:spChg chg="mod">
          <ac:chgData name="fencyy face ele" userId="69614ccc63f013a2" providerId="LiveId" clId="{FCC11207-AE90-4BB9-B77A-5ADC481B2773}" dt="2026-08-07T20:40:49.790" v="158" actId="20577"/>
          <ac:spMkLst>
            <pc:docMk/>
            <pc:sldMk cId="366862975" sldId="256"/>
            <ac:spMk id="3" creationId="{4877C56F-5335-7C84-271A-6F966274843F}"/>
          </ac:spMkLst>
        </pc:spChg>
      </pc:sldChg>
      <pc:sldChg chg="modSp new mod">
        <pc:chgData name="fencyy face ele" userId="69614ccc63f013a2" providerId="LiveId" clId="{FCC11207-AE90-4BB9-B77A-5ADC481B2773}" dt="2026-08-07T20:47:05.190" v="393" actId="2711"/>
        <pc:sldMkLst>
          <pc:docMk/>
          <pc:sldMk cId="29761548" sldId="257"/>
        </pc:sldMkLst>
        <pc:spChg chg="mod">
          <ac:chgData name="fencyy face ele" userId="69614ccc63f013a2" providerId="LiveId" clId="{FCC11207-AE90-4BB9-B77A-5ADC481B2773}" dt="2026-08-07T20:41:36.818" v="177" actId="114"/>
          <ac:spMkLst>
            <pc:docMk/>
            <pc:sldMk cId="29761548" sldId="257"/>
            <ac:spMk id="2" creationId="{6D3537AF-B6EE-CBB2-8591-70F1CF147D78}"/>
          </ac:spMkLst>
        </pc:spChg>
        <pc:spChg chg="mod">
          <ac:chgData name="fencyy face ele" userId="69614ccc63f013a2" providerId="LiveId" clId="{FCC11207-AE90-4BB9-B77A-5ADC481B2773}" dt="2026-08-07T20:47:05.190" v="393" actId="2711"/>
          <ac:spMkLst>
            <pc:docMk/>
            <pc:sldMk cId="29761548" sldId="257"/>
            <ac:spMk id="3" creationId="{4DFE929F-5B81-1B9B-D107-4725D78C8FF2}"/>
          </ac:spMkLst>
        </pc:spChg>
      </pc:sldChg>
      <pc:sldChg chg="modSp new mod">
        <pc:chgData name="fencyy face ele" userId="69614ccc63f013a2" providerId="LiveId" clId="{FCC11207-AE90-4BB9-B77A-5ADC481B2773}" dt="2026-08-07T20:46:40.643" v="391" actId="20577"/>
        <pc:sldMkLst>
          <pc:docMk/>
          <pc:sldMk cId="2401051802" sldId="258"/>
        </pc:sldMkLst>
        <pc:spChg chg="mod">
          <ac:chgData name="fencyy face ele" userId="69614ccc63f013a2" providerId="LiveId" clId="{FCC11207-AE90-4BB9-B77A-5ADC481B2773}" dt="2026-08-07T20:44:16.228" v="385" actId="114"/>
          <ac:spMkLst>
            <pc:docMk/>
            <pc:sldMk cId="2401051802" sldId="258"/>
            <ac:spMk id="2" creationId="{A460DE5E-BE55-2B0D-EC9A-683C466B880B}"/>
          </ac:spMkLst>
        </pc:spChg>
        <pc:spChg chg="mod">
          <ac:chgData name="fencyy face ele" userId="69614ccc63f013a2" providerId="LiveId" clId="{FCC11207-AE90-4BB9-B77A-5ADC481B2773}" dt="2026-08-07T20:46:40.643" v="391" actId="20577"/>
          <ac:spMkLst>
            <pc:docMk/>
            <pc:sldMk cId="2401051802" sldId="258"/>
            <ac:spMk id="3" creationId="{A3D3A7DD-2927-67CA-EEF3-277448C7F49D}"/>
          </ac:spMkLst>
        </pc:spChg>
      </pc:sldChg>
      <pc:sldChg chg="addSp delSp modSp new mod setBg">
        <pc:chgData name="fencyy face ele" userId="69614ccc63f013a2" providerId="LiveId" clId="{FCC11207-AE90-4BB9-B77A-5ADC481B2773}" dt="2026-08-07T20:54:58.444" v="635" actId="20577"/>
        <pc:sldMkLst>
          <pc:docMk/>
          <pc:sldMk cId="1847694634" sldId="259"/>
        </pc:sldMkLst>
        <pc:spChg chg="mod">
          <ac:chgData name="fencyy face ele" userId="69614ccc63f013a2" providerId="LiveId" clId="{FCC11207-AE90-4BB9-B77A-5ADC481B2773}" dt="2026-08-07T20:54:58.444" v="635" actId="20577"/>
          <ac:spMkLst>
            <pc:docMk/>
            <pc:sldMk cId="1847694634" sldId="259"/>
            <ac:spMk id="2" creationId="{C316E0C1-CEDC-6B5F-6889-81A12AF241E8}"/>
          </ac:spMkLst>
        </pc:spChg>
        <pc:spChg chg="del">
          <ac:chgData name="fencyy face ele" userId="69614ccc63f013a2" providerId="LiveId" clId="{FCC11207-AE90-4BB9-B77A-5ADC481B2773}" dt="2026-08-07T20:51:40.769" v="419" actId="931"/>
          <ac:spMkLst>
            <pc:docMk/>
            <pc:sldMk cId="1847694634" sldId="259"/>
            <ac:spMk id="3" creationId="{71442D14-5A5F-5CB5-080F-78613242AC0C}"/>
          </ac:spMkLst>
        </pc:spChg>
        <pc:spChg chg="add mod">
          <ac:chgData name="fencyy face ele" userId="69614ccc63f013a2" providerId="LiveId" clId="{FCC11207-AE90-4BB9-B77A-5ADC481B2773}" dt="2026-08-07T20:54:33.920" v="484" actId="20578"/>
          <ac:spMkLst>
            <pc:docMk/>
            <pc:sldMk cId="1847694634" sldId="259"/>
            <ac:spMk id="7" creationId="{CE748D82-8A67-4344-1291-53AB95AEA514}"/>
          </ac:spMkLst>
        </pc:spChg>
        <pc:spChg chg="add">
          <ac:chgData name="fencyy face ele" userId="69614ccc63f013a2" providerId="LiveId" clId="{FCC11207-AE90-4BB9-B77A-5ADC481B2773}" dt="2026-08-07T20:52:30.469" v="420" actId="26606"/>
          <ac:spMkLst>
            <pc:docMk/>
            <pc:sldMk cId="1847694634" sldId="259"/>
            <ac:spMk id="10" creationId="{A8384FB5-9ADC-4DDC-881B-597D56F5B15D}"/>
          </ac:spMkLst>
        </pc:spChg>
        <pc:spChg chg="add">
          <ac:chgData name="fencyy face ele" userId="69614ccc63f013a2" providerId="LiveId" clId="{FCC11207-AE90-4BB9-B77A-5ADC481B2773}" dt="2026-08-07T20:52:30.469" v="420" actId="26606"/>
          <ac:spMkLst>
            <pc:docMk/>
            <pc:sldMk cId="1847694634" sldId="259"/>
            <ac:spMk id="12" creationId="{91E5A9A7-95C6-4F4F-B00E-C82E07FE62EF}"/>
          </ac:spMkLst>
        </pc:spChg>
        <pc:spChg chg="add">
          <ac:chgData name="fencyy face ele" userId="69614ccc63f013a2" providerId="LiveId" clId="{FCC11207-AE90-4BB9-B77A-5ADC481B2773}" dt="2026-08-07T20:52:30.469" v="420" actId="26606"/>
          <ac:spMkLst>
            <pc:docMk/>
            <pc:sldMk cId="1847694634" sldId="259"/>
            <ac:spMk id="14" creationId="{D07DD2DE-F619-49DD-B5E7-03A290FF4ED1}"/>
          </ac:spMkLst>
        </pc:spChg>
        <pc:spChg chg="add">
          <ac:chgData name="fencyy face ele" userId="69614ccc63f013a2" providerId="LiveId" clId="{FCC11207-AE90-4BB9-B77A-5ADC481B2773}" dt="2026-08-07T20:52:30.469" v="420" actId="26606"/>
          <ac:spMkLst>
            <pc:docMk/>
            <pc:sldMk cId="1847694634" sldId="259"/>
            <ac:spMk id="16" creationId="{85149191-5F60-4A28-AAFF-039F96B0F3EC}"/>
          </ac:spMkLst>
        </pc:spChg>
        <pc:spChg chg="add">
          <ac:chgData name="fencyy face ele" userId="69614ccc63f013a2" providerId="LiveId" clId="{FCC11207-AE90-4BB9-B77A-5ADC481B2773}" dt="2026-08-07T20:52:30.469" v="420" actId="26606"/>
          <ac:spMkLst>
            <pc:docMk/>
            <pc:sldMk cId="1847694634" sldId="259"/>
            <ac:spMk id="18" creationId="{F8260ED5-17F7-4158-B241-D51DD4CF1B7E}"/>
          </ac:spMkLst>
        </pc:spChg>
        <pc:picChg chg="add mod ord">
          <ac:chgData name="fencyy face ele" userId="69614ccc63f013a2" providerId="LiveId" clId="{FCC11207-AE90-4BB9-B77A-5ADC481B2773}" dt="2026-08-07T20:52:30.469" v="420" actId="26606"/>
          <ac:picMkLst>
            <pc:docMk/>
            <pc:sldMk cId="1847694634" sldId="259"/>
            <ac:picMk id="5" creationId="{6E8E8D8A-A4F4-2680-9AEF-574A006A52BF}"/>
          </ac:picMkLst>
        </pc:picChg>
      </pc:sldChg>
      <pc:sldChg chg="addSp modSp new mod setBg">
        <pc:chgData name="fencyy face ele" userId="69614ccc63f013a2" providerId="LiveId" clId="{FCC11207-AE90-4BB9-B77A-5ADC481B2773}" dt="2026-08-07T20:58:12.771" v="741" actId="26606"/>
        <pc:sldMkLst>
          <pc:docMk/>
          <pc:sldMk cId="3020815141" sldId="260"/>
        </pc:sldMkLst>
        <pc:spChg chg="mod">
          <ac:chgData name="fencyy face ele" userId="69614ccc63f013a2" providerId="LiveId" clId="{FCC11207-AE90-4BB9-B77A-5ADC481B2773}" dt="2026-08-07T20:58:12.771" v="741" actId="26606"/>
          <ac:spMkLst>
            <pc:docMk/>
            <pc:sldMk cId="3020815141" sldId="260"/>
            <ac:spMk id="2" creationId="{67E3A1F6-B401-F3AF-0C62-1655FCE0DFF4}"/>
          </ac:spMkLst>
        </pc:spChg>
        <pc:spChg chg="mod">
          <ac:chgData name="fencyy face ele" userId="69614ccc63f013a2" providerId="LiveId" clId="{FCC11207-AE90-4BB9-B77A-5ADC481B2773}" dt="2026-08-07T20:58:12.771" v="741" actId="26606"/>
          <ac:spMkLst>
            <pc:docMk/>
            <pc:sldMk cId="3020815141" sldId="260"/>
            <ac:spMk id="3" creationId="{083C6A8A-ADE1-EC19-FFBD-FE865A1F45EB}"/>
          </ac:spMkLst>
        </pc:spChg>
        <pc:spChg chg="add">
          <ac:chgData name="fencyy face ele" userId="69614ccc63f013a2" providerId="LiveId" clId="{FCC11207-AE90-4BB9-B77A-5ADC481B2773}" dt="2026-08-07T20:58:12.771" v="741" actId="26606"/>
          <ac:spMkLst>
            <pc:docMk/>
            <pc:sldMk cId="3020815141" sldId="260"/>
            <ac:spMk id="10" creationId="{C0763A76-9F1C-4FC5-82B7-DD475DA461B2}"/>
          </ac:spMkLst>
        </pc:spChg>
        <pc:spChg chg="add">
          <ac:chgData name="fencyy face ele" userId="69614ccc63f013a2" providerId="LiveId" clId="{FCC11207-AE90-4BB9-B77A-5ADC481B2773}" dt="2026-08-07T20:58:12.771" v="741" actId="26606"/>
          <ac:spMkLst>
            <pc:docMk/>
            <pc:sldMk cId="3020815141" sldId="260"/>
            <ac:spMk id="12" creationId="{E81BF4F6-F2CF-4984-9D14-D6966D92F99F}"/>
          </ac:spMkLst>
        </pc:spChg>
        <pc:picChg chg="add mod">
          <ac:chgData name="fencyy face ele" userId="69614ccc63f013a2" providerId="LiveId" clId="{FCC11207-AE90-4BB9-B77A-5ADC481B2773}" dt="2026-08-07T20:58:12.771" v="741" actId="26606"/>
          <ac:picMkLst>
            <pc:docMk/>
            <pc:sldMk cId="3020815141" sldId="260"/>
            <ac:picMk id="5" creationId="{B9B04F28-8EA2-B40B-5D54-34289F1364B2}"/>
          </ac:picMkLst>
        </pc:picChg>
      </pc:sldChg>
      <pc:sldChg chg="addSp delSp modSp new mod setBg">
        <pc:chgData name="fencyy face ele" userId="69614ccc63f013a2" providerId="LiveId" clId="{FCC11207-AE90-4BB9-B77A-5ADC481B2773}" dt="2026-08-07T21:03:35.049" v="856" actId="26606"/>
        <pc:sldMkLst>
          <pc:docMk/>
          <pc:sldMk cId="608191177" sldId="261"/>
        </pc:sldMkLst>
        <pc:spChg chg="mo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2" creationId="{497211F5-BE3E-7777-02EE-11B9B6D36667}"/>
          </ac:spMkLst>
        </pc:spChg>
        <pc:spChg chg="mo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3" creationId="{90C2D176-FDA3-0517-CDC0-7024483D744E}"/>
          </ac:spMkLst>
        </pc:spChg>
        <pc:spChg chg="ad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14" creationId="{E659831F-0D9A-4C63-9EBB-8435B85A440F}"/>
          </ac:spMkLst>
        </pc:spChg>
        <pc:spChg chg="ad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16" creationId="{E6995CE5-F890-4ABA-82A2-26507CE8D2A3}"/>
          </ac:spMkLst>
        </pc:spChg>
        <pc:spChg chg="ad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21" creationId="{058A14AF-9FB5-4CC7-BA35-E8E85D3EDF0E}"/>
          </ac:spMkLst>
        </pc:spChg>
        <pc:spChg chg="add">
          <ac:chgData name="fencyy face ele" userId="69614ccc63f013a2" providerId="LiveId" clId="{FCC11207-AE90-4BB9-B77A-5ADC481B2773}" dt="2026-08-07T21:03:35.049" v="856" actId="26606"/>
          <ac:spMkLst>
            <pc:docMk/>
            <pc:sldMk cId="608191177" sldId="261"/>
            <ac:spMk id="22" creationId="{3A9A4357-BD1D-4622-A4FE-766E6AB8DE84}"/>
          </ac:spMkLst>
        </pc:spChg>
        <pc:grpChg chg="add del">
          <ac:chgData name="fencyy face ele" userId="69614ccc63f013a2" providerId="LiveId" clId="{FCC11207-AE90-4BB9-B77A-5ADC481B2773}" dt="2026-08-07T21:03:29.346" v="851" actId="26606"/>
          <ac:grpSpMkLst>
            <pc:docMk/>
            <pc:sldMk cId="608191177" sldId="261"/>
            <ac:grpSpMk id="10" creationId="{6258F736-B256-8039-9DC6-F4E49A5C5AD5}"/>
          </ac:grpSpMkLst>
        </pc:grpChg>
        <pc:grpChg chg="add del">
          <ac:chgData name="fencyy face ele" userId="69614ccc63f013a2" providerId="LiveId" clId="{FCC11207-AE90-4BB9-B77A-5ADC481B2773}" dt="2026-08-07T21:03:31.381" v="853" actId="26606"/>
          <ac:grpSpMkLst>
            <pc:docMk/>
            <pc:sldMk cId="608191177" sldId="261"/>
            <ac:grpSpMk id="15" creationId="{114ED94A-C85D-4CD3-4205-438D21CE6B38}"/>
          </ac:grpSpMkLst>
        </pc:grpChg>
        <pc:grpChg chg="add del">
          <ac:chgData name="fencyy face ele" userId="69614ccc63f013a2" providerId="LiveId" clId="{FCC11207-AE90-4BB9-B77A-5ADC481B2773}" dt="2026-08-07T21:03:35.017" v="855" actId="26606"/>
          <ac:grpSpMkLst>
            <pc:docMk/>
            <pc:sldMk cId="608191177" sldId="261"/>
            <ac:grpSpMk id="19" creationId="{6258F736-B256-8039-9DC6-F4E49A5C5AD5}"/>
          </ac:grpSpMkLst>
        </pc:grpChg>
        <pc:picChg chg="add mod">
          <ac:chgData name="fencyy face ele" userId="69614ccc63f013a2" providerId="LiveId" clId="{FCC11207-AE90-4BB9-B77A-5ADC481B2773}" dt="2026-08-07T21:03:35.049" v="856" actId="26606"/>
          <ac:picMkLst>
            <pc:docMk/>
            <pc:sldMk cId="608191177" sldId="261"/>
            <ac:picMk id="5" creationId="{06BD9100-ACF2-7279-6E74-4CEB661B4AA3}"/>
          </ac:picMkLst>
        </pc:picChg>
      </pc:sldChg>
      <pc:sldChg chg="addSp modSp new mod setBg">
        <pc:chgData name="fencyy face ele" userId="69614ccc63f013a2" providerId="LiveId" clId="{FCC11207-AE90-4BB9-B77A-5ADC481B2773}" dt="2026-08-07T21:10:37.566" v="968" actId="26606"/>
        <pc:sldMkLst>
          <pc:docMk/>
          <pc:sldMk cId="631503617" sldId="262"/>
        </pc:sldMkLst>
        <pc:spChg chg="mo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2" creationId="{9CA79F3C-F72A-7B01-FF8E-7AF31D82932B}"/>
          </ac:spMkLst>
        </pc:spChg>
        <pc:spChg chg="mo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3" creationId="{4B3E83C8-A61A-247C-6F05-5FC503F1522E}"/>
          </ac:spMkLst>
        </pc:spChg>
        <pc:spChg chg="ad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10" creationId="{058A14AF-9FB5-4CC7-BA35-E8E85D3EDF0E}"/>
          </ac:spMkLst>
        </pc:spChg>
        <pc:spChg chg="ad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12" creationId="{3A9A4357-BD1D-4622-A4FE-766E6AB8DE84}"/>
          </ac:spMkLst>
        </pc:spChg>
        <pc:spChg chg="ad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14" creationId="{E659831F-0D9A-4C63-9EBB-8435B85A440F}"/>
          </ac:spMkLst>
        </pc:spChg>
        <pc:spChg chg="add">
          <ac:chgData name="fencyy face ele" userId="69614ccc63f013a2" providerId="LiveId" clId="{FCC11207-AE90-4BB9-B77A-5ADC481B2773}" dt="2026-08-07T21:10:37.566" v="968" actId="26606"/>
          <ac:spMkLst>
            <pc:docMk/>
            <pc:sldMk cId="631503617" sldId="262"/>
            <ac:spMk id="16" creationId="{E6995CE5-F890-4ABA-82A2-26507CE8D2A3}"/>
          </ac:spMkLst>
        </pc:spChg>
        <pc:picChg chg="add mod">
          <ac:chgData name="fencyy face ele" userId="69614ccc63f013a2" providerId="LiveId" clId="{FCC11207-AE90-4BB9-B77A-5ADC481B2773}" dt="2026-08-07T21:10:37.566" v="968" actId="26606"/>
          <ac:picMkLst>
            <pc:docMk/>
            <pc:sldMk cId="631503617" sldId="262"/>
            <ac:picMk id="5" creationId="{AE91C2E5-562E-186F-80F6-E5B7EB4E8C42}"/>
          </ac:picMkLst>
        </pc:picChg>
      </pc:sldChg>
      <pc:sldChg chg="addSp modSp new mod setBg">
        <pc:chgData name="fencyy face ele" userId="69614ccc63f013a2" providerId="LiveId" clId="{FCC11207-AE90-4BB9-B77A-5ADC481B2773}" dt="2026-08-07T21:12:39.088" v="1069" actId="26606"/>
        <pc:sldMkLst>
          <pc:docMk/>
          <pc:sldMk cId="956804781" sldId="263"/>
        </pc:sldMkLst>
        <pc:spChg chg="mo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2" creationId="{90532A7E-0A85-FEDA-F1CF-6952A3F2B50E}"/>
          </ac:spMkLst>
        </pc:spChg>
        <pc:spChg chg="mo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3" creationId="{4D42E7F5-F175-B503-1E65-89574DEF3FA8}"/>
          </ac:spMkLst>
        </pc:spChg>
        <pc:spChg chg="ad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10" creationId="{058A14AF-9FB5-4CC7-BA35-E8E85D3EDF0E}"/>
          </ac:spMkLst>
        </pc:spChg>
        <pc:spChg chg="ad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12" creationId="{3A9A4357-BD1D-4622-A4FE-766E6AB8DE84}"/>
          </ac:spMkLst>
        </pc:spChg>
        <pc:spChg chg="ad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14" creationId="{E659831F-0D9A-4C63-9EBB-8435B85A440F}"/>
          </ac:spMkLst>
        </pc:spChg>
        <pc:spChg chg="add">
          <ac:chgData name="fencyy face ele" userId="69614ccc63f013a2" providerId="LiveId" clId="{FCC11207-AE90-4BB9-B77A-5ADC481B2773}" dt="2026-08-07T21:12:39.088" v="1069" actId="26606"/>
          <ac:spMkLst>
            <pc:docMk/>
            <pc:sldMk cId="956804781" sldId="263"/>
            <ac:spMk id="16" creationId="{E6995CE5-F890-4ABA-82A2-26507CE8D2A3}"/>
          </ac:spMkLst>
        </pc:spChg>
        <pc:picChg chg="add mod">
          <ac:chgData name="fencyy face ele" userId="69614ccc63f013a2" providerId="LiveId" clId="{FCC11207-AE90-4BB9-B77A-5ADC481B2773}" dt="2026-08-07T21:12:39.088" v="1069" actId="26606"/>
          <ac:picMkLst>
            <pc:docMk/>
            <pc:sldMk cId="956804781" sldId="263"/>
            <ac:picMk id="5" creationId="{D1515E8F-2291-C3C5-5823-9DDE20CAF673}"/>
          </ac:picMkLst>
        </pc:picChg>
      </pc:sldChg>
      <pc:sldChg chg="addSp modSp new mod setBg">
        <pc:chgData name="fencyy face ele" userId="69614ccc63f013a2" providerId="LiveId" clId="{FCC11207-AE90-4BB9-B77A-5ADC481B2773}" dt="2026-08-07T21:17:45.090" v="1260" actId="26606"/>
        <pc:sldMkLst>
          <pc:docMk/>
          <pc:sldMk cId="2260465844" sldId="264"/>
        </pc:sldMkLst>
        <pc:spChg chg="mod">
          <ac:chgData name="fencyy face ele" userId="69614ccc63f013a2" providerId="LiveId" clId="{FCC11207-AE90-4BB9-B77A-5ADC481B2773}" dt="2026-08-07T21:17:45.090" v="1260" actId="26606"/>
          <ac:spMkLst>
            <pc:docMk/>
            <pc:sldMk cId="2260465844" sldId="264"/>
            <ac:spMk id="2" creationId="{99DCB072-0F13-6813-E23A-89E730170035}"/>
          </ac:spMkLst>
        </pc:spChg>
        <pc:spChg chg="mod">
          <ac:chgData name="fencyy face ele" userId="69614ccc63f013a2" providerId="LiveId" clId="{FCC11207-AE90-4BB9-B77A-5ADC481B2773}" dt="2026-08-07T21:17:45.090" v="1260" actId="26606"/>
          <ac:spMkLst>
            <pc:docMk/>
            <pc:sldMk cId="2260465844" sldId="264"/>
            <ac:spMk id="3" creationId="{F9B039D6-7E9C-5C47-1657-B2EC75622840}"/>
          </ac:spMkLst>
        </pc:spChg>
        <pc:spChg chg="add">
          <ac:chgData name="fencyy face ele" userId="69614ccc63f013a2" providerId="LiveId" clId="{FCC11207-AE90-4BB9-B77A-5ADC481B2773}" dt="2026-08-07T21:17:45.090" v="1260" actId="26606"/>
          <ac:spMkLst>
            <pc:docMk/>
            <pc:sldMk cId="2260465844" sldId="264"/>
            <ac:spMk id="12" creationId="{149FB5C3-7336-4FE0-A30C-CC0A3646D499}"/>
          </ac:spMkLst>
        </pc:spChg>
        <pc:spChg chg="add">
          <ac:chgData name="fencyy face ele" userId="69614ccc63f013a2" providerId="LiveId" clId="{FCC11207-AE90-4BB9-B77A-5ADC481B2773}" dt="2026-08-07T21:17:45.090" v="1260" actId="26606"/>
          <ac:spMkLst>
            <pc:docMk/>
            <pc:sldMk cId="2260465844" sldId="264"/>
            <ac:spMk id="18" creationId="{0DA909B4-15FF-46A6-8A7F-7AEF977FE9ED}"/>
          </ac:spMkLst>
        </pc:spChg>
        <pc:spChg chg="add">
          <ac:chgData name="fencyy face ele" userId="69614ccc63f013a2" providerId="LiveId" clId="{FCC11207-AE90-4BB9-B77A-5ADC481B2773}" dt="2026-08-07T21:17:45.090" v="1260" actId="26606"/>
          <ac:spMkLst>
            <pc:docMk/>
            <pc:sldMk cId="2260465844" sldId="264"/>
            <ac:spMk id="20" creationId="{1382A32C-5B0C-4B1C-A074-76C6DBCC9F87}"/>
          </ac:spMkLst>
        </pc:spChg>
        <pc:grpChg chg="add">
          <ac:chgData name="fencyy face ele" userId="69614ccc63f013a2" providerId="LiveId" clId="{FCC11207-AE90-4BB9-B77A-5ADC481B2773}" dt="2026-08-07T21:17:45.090" v="1260" actId="26606"/>
          <ac:grpSpMkLst>
            <pc:docMk/>
            <pc:sldMk cId="2260465844" sldId="264"/>
            <ac:grpSpMk id="14" creationId="{19A6B5CE-CB1D-48EE-8B43-E952235C8371}"/>
          </ac:grpSpMkLst>
        </pc:grpChg>
        <pc:picChg chg="add mod ord">
          <ac:chgData name="fencyy face ele" userId="69614ccc63f013a2" providerId="LiveId" clId="{FCC11207-AE90-4BB9-B77A-5ADC481B2773}" dt="2026-08-07T21:17:45.090" v="1260" actId="26606"/>
          <ac:picMkLst>
            <pc:docMk/>
            <pc:sldMk cId="2260465844" sldId="264"/>
            <ac:picMk id="5" creationId="{AD40A1ED-A271-A4B5-1EF8-E91F20051424}"/>
          </ac:picMkLst>
        </pc:picChg>
        <pc:picChg chg="add mod">
          <ac:chgData name="fencyy face ele" userId="69614ccc63f013a2" providerId="LiveId" clId="{FCC11207-AE90-4BB9-B77A-5ADC481B2773}" dt="2026-08-07T21:17:45.090" v="1260" actId="26606"/>
          <ac:picMkLst>
            <pc:docMk/>
            <pc:sldMk cId="2260465844" sldId="264"/>
            <ac:picMk id="7" creationId="{6D549375-644F-5CE6-5B4D-76525EC23107}"/>
          </ac:picMkLst>
        </pc:picChg>
      </pc:sldChg>
      <pc:sldChg chg="addSp modSp new mod setBg">
        <pc:chgData name="fencyy face ele" userId="69614ccc63f013a2" providerId="LiveId" clId="{FCC11207-AE90-4BB9-B77A-5ADC481B2773}" dt="2026-08-07T21:19:18.741" v="1371" actId="26606"/>
        <pc:sldMkLst>
          <pc:docMk/>
          <pc:sldMk cId="3290151484" sldId="265"/>
        </pc:sldMkLst>
        <pc:spChg chg="mo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2" creationId="{B6581F08-CC24-AB98-E274-B8BAD79CAD0B}"/>
          </ac:spMkLst>
        </pc:spChg>
        <pc:spChg chg="mo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3" creationId="{837007D9-BF35-52C3-7F4E-5131EB7E18AE}"/>
          </ac:spMkLst>
        </pc:spChg>
        <pc:spChg chg="ad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10" creationId="{058A14AF-9FB5-4CC7-BA35-E8E85D3EDF0E}"/>
          </ac:spMkLst>
        </pc:spChg>
        <pc:spChg chg="ad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12" creationId="{3A9A4357-BD1D-4622-A4FE-766E6AB8DE84}"/>
          </ac:spMkLst>
        </pc:spChg>
        <pc:spChg chg="ad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14" creationId="{E659831F-0D9A-4C63-9EBB-8435B85A440F}"/>
          </ac:spMkLst>
        </pc:spChg>
        <pc:spChg chg="add">
          <ac:chgData name="fencyy face ele" userId="69614ccc63f013a2" providerId="LiveId" clId="{FCC11207-AE90-4BB9-B77A-5ADC481B2773}" dt="2026-08-07T21:19:18.741" v="1371" actId="26606"/>
          <ac:spMkLst>
            <pc:docMk/>
            <pc:sldMk cId="3290151484" sldId="265"/>
            <ac:spMk id="16" creationId="{E6995CE5-F890-4ABA-82A2-26507CE8D2A3}"/>
          </ac:spMkLst>
        </pc:spChg>
        <pc:picChg chg="add mod">
          <ac:chgData name="fencyy face ele" userId="69614ccc63f013a2" providerId="LiveId" clId="{FCC11207-AE90-4BB9-B77A-5ADC481B2773}" dt="2026-08-07T21:19:18.741" v="1371" actId="26606"/>
          <ac:picMkLst>
            <pc:docMk/>
            <pc:sldMk cId="3290151484" sldId="265"/>
            <ac:picMk id="5" creationId="{39A1C63B-5BF7-E7D5-F361-1C5954B5B85D}"/>
          </ac:picMkLst>
        </pc:picChg>
      </pc:sldChg>
      <pc:sldChg chg="addSp modSp new mod setBg">
        <pc:chgData name="fencyy face ele" userId="69614ccc63f013a2" providerId="LiveId" clId="{FCC11207-AE90-4BB9-B77A-5ADC481B2773}" dt="2026-08-07T21:21:31.150" v="1548" actId="26606"/>
        <pc:sldMkLst>
          <pc:docMk/>
          <pc:sldMk cId="1096851232" sldId="266"/>
        </pc:sldMkLst>
        <pc:spChg chg="mo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2" creationId="{B451AE06-F286-FFA3-3C98-577112E087BA}"/>
          </ac:spMkLst>
        </pc:spChg>
        <pc:spChg chg="mo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3" creationId="{A771AD44-C952-9F88-63CB-9EEACDB93CCD}"/>
          </ac:spMkLst>
        </pc:spChg>
        <pc:spChg chg="ad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10" creationId="{058A14AF-9FB5-4CC7-BA35-E8E85D3EDF0E}"/>
          </ac:spMkLst>
        </pc:spChg>
        <pc:spChg chg="ad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12" creationId="{3A9A4357-BD1D-4622-A4FE-766E6AB8DE84}"/>
          </ac:spMkLst>
        </pc:spChg>
        <pc:spChg chg="ad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14" creationId="{E659831F-0D9A-4C63-9EBB-8435B85A440F}"/>
          </ac:spMkLst>
        </pc:spChg>
        <pc:spChg chg="add">
          <ac:chgData name="fencyy face ele" userId="69614ccc63f013a2" providerId="LiveId" clId="{FCC11207-AE90-4BB9-B77A-5ADC481B2773}" dt="2026-08-07T21:21:31.150" v="1548" actId="26606"/>
          <ac:spMkLst>
            <pc:docMk/>
            <pc:sldMk cId="1096851232" sldId="266"/>
            <ac:spMk id="16" creationId="{E6995CE5-F890-4ABA-82A2-26507CE8D2A3}"/>
          </ac:spMkLst>
        </pc:spChg>
        <pc:picChg chg="add mod">
          <ac:chgData name="fencyy face ele" userId="69614ccc63f013a2" providerId="LiveId" clId="{FCC11207-AE90-4BB9-B77A-5ADC481B2773}" dt="2026-08-07T21:21:31.150" v="1548" actId="26606"/>
          <ac:picMkLst>
            <pc:docMk/>
            <pc:sldMk cId="1096851232" sldId="266"/>
            <ac:picMk id="5" creationId="{3FD4599D-660C-012C-29BF-3ADFDF542AAA}"/>
          </ac:picMkLst>
        </pc:picChg>
      </pc:sldChg>
      <pc:sldChg chg="modSp new mod">
        <pc:chgData name="fencyy face ele" userId="69614ccc63f013a2" providerId="LiveId" clId="{FCC11207-AE90-4BB9-B77A-5ADC481B2773}" dt="2026-08-07T21:27:58.964" v="1589" actId="313"/>
        <pc:sldMkLst>
          <pc:docMk/>
          <pc:sldMk cId="2728984865" sldId="267"/>
        </pc:sldMkLst>
        <pc:spChg chg="mod">
          <ac:chgData name="fencyy face ele" userId="69614ccc63f013a2" providerId="LiveId" clId="{FCC11207-AE90-4BB9-B77A-5ADC481B2773}" dt="2026-08-07T21:22:45.534" v="1579" actId="20577"/>
          <ac:spMkLst>
            <pc:docMk/>
            <pc:sldMk cId="2728984865" sldId="267"/>
            <ac:spMk id="2" creationId="{9980AB09-ABA4-8E98-86B3-A130BFB2B6EB}"/>
          </ac:spMkLst>
        </pc:spChg>
        <pc:spChg chg="mod">
          <ac:chgData name="fencyy face ele" userId="69614ccc63f013a2" providerId="LiveId" clId="{FCC11207-AE90-4BB9-B77A-5ADC481B2773}" dt="2026-08-07T21:27:58.964" v="1589" actId="313"/>
          <ac:spMkLst>
            <pc:docMk/>
            <pc:sldMk cId="2728984865" sldId="267"/>
            <ac:spMk id="3" creationId="{2E6EA2E9-A484-78DE-48A8-6922AF907ED3}"/>
          </ac:spMkLst>
        </pc:spChg>
      </pc:sldChg>
      <pc:sldChg chg="modSp new mod">
        <pc:chgData name="fencyy face ele" userId="69614ccc63f013a2" providerId="LiveId" clId="{FCC11207-AE90-4BB9-B77A-5ADC481B2773}" dt="2026-08-07T21:29:46.766" v="1680" actId="114"/>
        <pc:sldMkLst>
          <pc:docMk/>
          <pc:sldMk cId="3237421186" sldId="268"/>
        </pc:sldMkLst>
        <pc:spChg chg="mod">
          <ac:chgData name="fencyy face ele" userId="69614ccc63f013a2" providerId="LiveId" clId="{FCC11207-AE90-4BB9-B77A-5ADC481B2773}" dt="2026-08-07T21:28:33.923" v="1599" actId="20577"/>
          <ac:spMkLst>
            <pc:docMk/>
            <pc:sldMk cId="3237421186" sldId="268"/>
            <ac:spMk id="2" creationId="{ED98682A-7EE0-858E-2270-1D720F80799F}"/>
          </ac:spMkLst>
        </pc:spChg>
        <pc:spChg chg="mod">
          <ac:chgData name="fencyy face ele" userId="69614ccc63f013a2" providerId="LiveId" clId="{FCC11207-AE90-4BB9-B77A-5ADC481B2773}" dt="2026-08-07T21:29:46.766" v="1680" actId="114"/>
          <ac:spMkLst>
            <pc:docMk/>
            <pc:sldMk cId="3237421186" sldId="268"/>
            <ac:spMk id="3" creationId="{4D675A58-C8FA-6F07-C0AC-E414DC8950F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1A4CF-CFBB-C797-44C2-7BB1A637D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FA6BAA-CFD6-25CF-FBED-CFCEF7A402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3DC07-1622-823E-6AEB-D554DB605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07D196-29BB-9EE2-64B8-4CFE91AEE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AC65-F1E0-C34E-5800-14A11D03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9686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8992-5A26-128B-35FE-AF5FD166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E827F-2DF6-7BCF-59BC-B11CA2A8F6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5E8B0C-699E-5572-CF67-EBA7F161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4CCF-A019-8E7F-F12F-BF47B0CD4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2C8735-F494-F0C7-0CD2-8DF7024FA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60699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E4038-066C-CC96-B0AF-C40EB2A78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8F5BB-745F-CC80-1919-291FC5F1D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9E857-3690-6032-850E-4054A7345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77F5D-67B1-E8C2-0341-C0775A70F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93789-3D8A-06C4-B77A-953B656BA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98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EAE8B-9886-9C83-4AB1-A4AEC324B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829F5-1746-4EF6-A83F-9F5E87191B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1B8556-3A3B-B4D5-8325-1C47C7898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8620B-D87C-EEFD-CC6D-FB272BC14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CC94E7-ED0B-DEE8-7F69-B77C34CCC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C7CF2-4180-E3C8-33AE-E87B3363A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0860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B843-5A2A-1BE9-9ADF-F35E9D71D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83FB2-4A5B-9123-B79E-8C4BA3899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BD43C4-24FE-5EFD-83D2-8F051D5E1F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7984EF-2346-B729-AA01-ECC002219B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E1A74E-AFF0-4757-5A64-0E5A31DDA5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7053A6-D0AF-70C2-773E-E7FC0670C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EDB459-BA43-5DD0-FC03-D29C84D41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A1A73D-E11B-B343-C07F-C43419EB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31362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3E9AE-6159-6381-A7AD-A5DE40DA1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AE3B4A-93A2-B87C-57D6-2173D70BA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DD93DF-A0A3-F818-E317-C39CCFB0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303B1-66A3-2D78-D29A-99872696F0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0909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DDAF3-5753-5857-C62A-472C92D0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B085B-B3E0-4BC2-DD1F-C17C6FEA9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F3B80-4BC0-5987-B723-E7F0AB5D1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4156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C12AA-9C3A-8E38-882B-7F489BA73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11371-CEEF-5ED2-2E5C-41A3A35EB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1DBFF-4F09-A6C8-C112-EF39EA0BA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26F1B8-1EA6-7FAF-0377-7A0C36C6B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D84182-FA88-1086-2746-6C646F567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90398D-C037-09E9-AAA7-C669DDDF5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77825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2E4DF-C250-48AA-1A28-08990EE4F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02F577-2021-F47D-D008-CDF1F8C20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D85EF3-05DA-C0E1-2961-B242B3A66A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E6141-4EE6-72E4-10A2-68AEB6D1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54E814-089E-E9A3-7030-C2E472E2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C1B86-BE0B-D1CC-0036-1A2CF4B61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0355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E4B4F-85A7-9A26-4D1E-7DF19505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82AAB6-BF4F-6A91-583D-9E206BD1A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ED5B2-64ED-8FB8-C841-8192517B8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278B2-8D89-42A9-4457-AC91E0B2C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31F3A-0411-E590-D113-A66ED8058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66102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7AC042-E051-2292-C55A-3A770D3D4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F9C40B-5B71-6D59-2B72-E5BC50E1D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D71B4-82EE-46CD-A37A-ABECC8846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E8BCF-9ED4-F449-60A2-97888F134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231582-373C-3CF9-7B08-59B9B539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89178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C378-6790-3737-46FF-28EA2AB2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B58A7-9CE9-5822-701B-18FB66183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D7FE72-70DC-C476-A9C4-386023E20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F8D4D9-A6AB-493D-9F38-E0CC9D47E0D2}" type="datetimeFigureOut">
              <a:rPr lang="en-ZA" smtClean="0"/>
              <a:t>2026/08/07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7A740-2582-1B79-6C5B-33592B88E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2D944-972C-6491-D271-AD9EA34A90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9F0FF6-99CD-47EE-BBD3-BE7CEE309E2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63575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E1CDB-1E37-DC03-2167-27C2814181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Customer Churn Analysis ABC Communication Ltd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77C56F-5335-7C84-271A-6F96627484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ZA" dirty="0" err="1"/>
              <a:t>AnalystLab</a:t>
            </a:r>
            <a:r>
              <a:rPr lang="en-ZA" dirty="0"/>
              <a:t> Africa | Data Analytics Internship | Week1</a:t>
            </a:r>
          </a:p>
          <a:p>
            <a:r>
              <a:rPr lang="en-ZA" dirty="0"/>
              <a:t>Prepared by: Ofentse Lebethe</a:t>
            </a:r>
          </a:p>
        </p:txBody>
      </p:sp>
    </p:spTree>
    <p:extLst>
      <p:ext uri="{BB962C8B-B14F-4D97-AF65-F5344CB8AC3E}">
        <p14:creationId xmlns:p14="http://schemas.microsoft.com/office/powerpoint/2010/main" val="3668629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537AF-B6EE-CBB2-8591-70F1CF147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E929F-5B81-1B9B-D107-4725D78C8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ABC Communication Ltd is losing customers to churn</a:t>
            </a:r>
          </a:p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Overall churn rate: 26.5% roughly 1 in 4 customers</a:t>
            </a:r>
          </a:p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Goal: identify why customers leave and recommend retention strategies</a:t>
            </a:r>
          </a:p>
        </p:txBody>
      </p:sp>
    </p:spTree>
    <p:extLst>
      <p:ext uri="{BB962C8B-B14F-4D97-AF65-F5344CB8AC3E}">
        <p14:creationId xmlns:p14="http://schemas.microsoft.com/office/powerpoint/2010/main" val="2976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DE5E-BE55-2B0D-EC9A-683C466B8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i="1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3A7DD-2927-67CA-EEF3-277448C7F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7,043 customer records, 21 columns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 missing values or duplicate rows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Found and fixed a data quality issue: Total Charges had 11 blank entries (new customers with tenure = 0)</a:t>
            </a:r>
          </a:p>
          <a:p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Overall churn rate: 26.5%</a:t>
            </a:r>
            <a:endParaRPr lang="en-ZA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051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6E0C1-CEDC-6B5F-6889-81A12AF24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Customer Base Overview                                                                                                                                                                    </a:t>
            </a:r>
            <a:r>
              <a:rPr lang="en-US" sz="1800" i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26.5% of customers have churned</a:t>
            </a:r>
            <a:br>
              <a:rPr lang="en-ZA" sz="1800" dirty="0"/>
            </a:br>
            <a:endParaRPr lang="en-US" sz="1800" i="1" kern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8E8D8A-A4F4-2680-9AEF-574A006A52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386" y="467208"/>
            <a:ext cx="5671832" cy="59235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748D82-8A67-4344-1291-53AB95AEA514}"/>
              </a:ext>
            </a:extLst>
          </p:cNvPr>
          <p:cNvSpPr txBox="1"/>
          <p:nvPr/>
        </p:nvSpPr>
        <p:spPr>
          <a:xfrm>
            <a:off x="4870989" y="2953062"/>
            <a:ext cx="4123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847694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E3A1F6-B401-F3AF-0C62-1655FCE0D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ZA" sz="4000" i="1">
                <a:latin typeface="Arial" panose="020B0604020202020204" pitchFamily="34" charset="0"/>
                <a:cs typeface="Arial" panose="020B0604020202020204" pitchFamily="34" charset="0"/>
              </a:rPr>
              <a:t>Contract Type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6A8A-ADE1-EC19-FFBD-FE865A1F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ZA" sz="2000"/>
              <a:t>55% of customers are on flexible month-to-month contracts</a:t>
            </a:r>
          </a:p>
          <a:p>
            <a:endParaRPr lang="en-ZA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04F28-8EA2-B40B-5D54-34289F136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6" r="6665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815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7211F5-BE3E-7777-02EE-11B9B6D36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sz="4800" i="1">
                <a:latin typeface="Arial" panose="020B0604020202020204" pitchFamily="34" charset="0"/>
                <a:cs typeface="Arial" panose="020B0604020202020204" pitchFamily="34" charset="0"/>
              </a:rPr>
              <a:t>Churn by Contract Type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2D176-FDA3-0517-CDC0-7024483D7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ZA" sz="2000" i="1">
                <a:latin typeface="Arial" panose="020B0604020202020204" pitchFamily="34" charset="0"/>
                <a:cs typeface="Arial" panose="020B0604020202020204" pitchFamily="34" charset="0"/>
              </a:rPr>
              <a:t>Month-to-month customers churn 15x more than two-year contract customers</a:t>
            </a:r>
          </a:p>
          <a:p>
            <a:endParaRPr lang="en-ZA" sz="200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D9100-ACF2-7279-6E74-4CEB661B4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41785"/>
            <a:ext cx="5150277" cy="339918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191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79F3C-F72A-7B01-FF8E-7AF31D829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sz="4800" i="1">
                <a:latin typeface="Arial" panose="020B0604020202020204" pitchFamily="34" charset="0"/>
                <a:cs typeface="Arial" panose="020B0604020202020204" pitchFamily="34" charset="0"/>
              </a:rPr>
              <a:t>Churn by Payment Method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E83C8-A61A-247C-6F05-5FC503F1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ZA" sz="2000" i="1"/>
              <a:t>Electronic check users churn far more than customers using automatic payment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1C2E5-562E-186F-80F6-E5B7EB4E8C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41785"/>
            <a:ext cx="5150277" cy="339918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03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32A7E-0A85-FEDA-F1CF-6952A3F2B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sz="4800" i="1"/>
              <a:t>Churn by Internet Service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2E7F5-F175-B503-1E65-89574DEF3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ZA" sz="2000" i="1"/>
              <a:t>Fiber optic customers churn more than DSL, despite the premium product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515E8F-2291-C3C5-5823-9DDE20CAF6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1532" y="2641785"/>
            <a:ext cx="5150277" cy="339918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804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CB072-0F13-6813-E23A-89E730170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ZA" sz="3700" i="1"/>
              <a:t>Tenure &amp; Charges Patterns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B039D6-7E9C-5C47-1657-B2EC756228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ZA" sz="2000"/>
              <a:t>New customers (0-5 months) and long-term customers (70+ months) are the two largest groups, the first few months are the critical retention window.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549375-644F-5CE6-5B4D-76525EC231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93" y="774285"/>
            <a:ext cx="3910867" cy="25811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40A1ED-A271-A4B5-1EF8-E91F20051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793" y="3575074"/>
            <a:ext cx="3910867" cy="258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4658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581F08-CC24-AB98-E274-B8BAD79CA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sz="4800"/>
              <a:t>Monthly Charges by Churn Status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7007D9-BF35-52C3-7F4E-5131EB7E1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ZA" sz="2000"/>
              <a:t>Customers who churn tend to pay higher monthly charges than those who stay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A1C63B-5BF7-E7D5-F361-1C5954B5B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3889" y="2484255"/>
            <a:ext cx="4985562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1514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AE06-F286-FFA3-3C98-577112E08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ZA" dirty="0"/>
              <a:t>What Drives Churn? Correlation Analysis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1AD44-C952-9F88-63CB-9EEACDB9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ZA" sz="2000"/>
              <a:t>Tenure has the strongest link to churn, longer staying customers are far less likely to leave</a:t>
            </a:r>
          </a:p>
          <a:p>
            <a:endParaRPr lang="en-ZA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D4599D-660C-012C-29BF-3ADFDF542A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821" y="2484255"/>
            <a:ext cx="4369698" cy="371424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6851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0AB09-ABA4-8E98-86B3-A130BFB2B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Key Insights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EA2E9-A484-78DE-48A8-6922AF907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Month-to-month contracts and electronic check payments are the biggest churn drivers</a:t>
            </a:r>
          </a:p>
          <a:p>
            <a:r>
              <a:rPr lang="en-US" i="1" dirty="0"/>
              <a:t>Fiber optic customers churn more despite being the premium product</a:t>
            </a:r>
          </a:p>
          <a:p>
            <a:r>
              <a:rPr lang="en-US" i="1" dirty="0"/>
              <a:t>Churn is concentrated in the first few months of tenure</a:t>
            </a:r>
          </a:p>
          <a:p>
            <a:r>
              <a:rPr lang="en-US" i="1" dirty="0"/>
              <a:t>Recommendation: incentivize longer contracts and automatic payments</a:t>
            </a:r>
          </a:p>
          <a:p>
            <a:r>
              <a:rPr lang="en-US" i="1" dirty="0"/>
              <a:t>Recommendation: investigate fiber optic pricing and service quality</a:t>
            </a:r>
          </a:p>
          <a:p>
            <a:r>
              <a:rPr lang="en-US" i="1" dirty="0"/>
              <a:t>Recommendation: build an early-tenure retention programme</a:t>
            </a:r>
            <a:endParaRPr lang="en-ZA" i="1" dirty="0"/>
          </a:p>
        </p:txBody>
      </p:sp>
    </p:spTree>
    <p:extLst>
      <p:ext uri="{BB962C8B-B14F-4D97-AF65-F5344CB8AC3E}">
        <p14:creationId xmlns:p14="http://schemas.microsoft.com/office/powerpoint/2010/main" val="2728984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8682A-7EE0-858E-2270-1D720F807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675A58-C8FA-6F07-C0AC-E414DC89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Questions?</a:t>
            </a:r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endParaRPr lang="en-ZA" dirty="0"/>
          </a:p>
          <a:p>
            <a:pPr marL="0" indent="0">
              <a:buNone/>
            </a:pPr>
            <a:r>
              <a:rPr lang="en-ZA" i="1" dirty="0"/>
              <a:t>Ofentse | Data Analytics Intern, </a:t>
            </a:r>
            <a:r>
              <a:rPr lang="en-ZA" i="1" dirty="0" err="1"/>
              <a:t>AnalystLab</a:t>
            </a:r>
            <a:r>
              <a:rPr lang="en-ZA" i="1" dirty="0"/>
              <a:t> Africa</a:t>
            </a:r>
          </a:p>
        </p:txBody>
      </p:sp>
    </p:spTree>
    <p:extLst>
      <p:ext uri="{BB962C8B-B14F-4D97-AF65-F5344CB8AC3E}">
        <p14:creationId xmlns:p14="http://schemas.microsoft.com/office/powerpoint/2010/main" val="3237421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304</Words>
  <Application>Microsoft Office PowerPoint</Application>
  <PresentationFormat>Widescreen</PresentationFormat>
  <Paragraphs>43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Customer Churn Analysis ABC Communication Ltd</vt:lpstr>
      <vt:lpstr>Business Problem</vt:lpstr>
      <vt:lpstr>Dataset Overview</vt:lpstr>
      <vt:lpstr>Customer Base Overview                                                                                                                                                                    26.5% of customers have churned </vt:lpstr>
      <vt:lpstr>Contract Type Distribution</vt:lpstr>
      <vt:lpstr>Churn by Contract Type</vt:lpstr>
      <vt:lpstr>Churn by Payment Method</vt:lpstr>
      <vt:lpstr>Churn by Internet Service</vt:lpstr>
      <vt:lpstr>Tenure &amp; Charges Patterns</vt:lpstr>
      <vt:lpstr>Monthly Charges by Churn Status</vt:lpstr>
      <vt:lpstr>What Drives Churn? Correlation Analysis</vt:lpstr>
      <vt:lpstr>Key Insights &amp; 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Fency Lebethe</dc:creator>
  <cp:lastModifiedBy>Fency Lebethe</cp:lastModifiedBy>
  <cp:revision>1</cp:revision>
  <dcterms:created xsi:type="dcterms:W3CDTF">2026-08-07T20:37:44Z</dcterms:created>
  <dcterms:modified xsi:type="dcterms:W3CDTF">2026-08-07T21:29:50Z</dcterms:modified>
</cp:coreProperties>
</file>